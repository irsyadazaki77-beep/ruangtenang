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pembuka untuk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berisi detail quality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sitasi: [cite:source_fase25].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384048"/>
            <a:ext cx="2057400" cy="2057400"/>
          </a:xfrm>
          <a:prstGeom prst="ellipse">
            <a:avLst/>
          </a:prstGeom>
          <a:solidFill>
            <a:srgbClr val="2563EB">
              <a:alpha val="27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240280"/>
            <a:ext cx="9875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25 Release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96112" y="388620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Ringkasan integrasi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Verifikasi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234440"/>
            <a:ext cx="868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79222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2144" y="1691640"/>
            <a:ext cx="10488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Unit, API, E2E, dan ekspor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270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Sumber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13232" y="1234440"/>
            <a:ext cx="8686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79222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2144" y="1691640"/>
            <a:ext cx="10488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Sumber: source_fase25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2708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Fase 25 Release</dc:title>
  <dc:subject>Presentasi akademik yang dapat diedit</dc:subject>
  <dc:creator>RuangTenang Workspace</dc:creator>
  <cp:lastModifiedBy>RuangTenang Workspace</cp:lastModifiedBy>
  <cp:revision>1</cp:revision>
  <dcterms:created xsi:type="dcterms:W3CDTF">2026-10-14T11:37:39Z</dcterms:created>
  <dcterms:modified xsi:type="dcterms:W3CDTF">2026-10-14T11:37:39Z</dcterms:modified>
</cp:coreProperties>
</file>